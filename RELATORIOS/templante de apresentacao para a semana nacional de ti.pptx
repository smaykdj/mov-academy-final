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511C8-DE1C-449C-039E-AD9504B9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9C2B8D-929D-B05A-E233-F09701994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6E2EB8-CAB5-BEED-146D-D6D822C3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07A0E1-35AC-C0C4-B0B5-EECA05F99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77AD6-6306-BBAB-A7EB-09BB8571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52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52F51-D497-C288-9141-47F7653C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B37B8C-E708-C8BB-8463-74C07920B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A83B4A-F1AA-4CDC-A9AD-3F9258EC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18AB50-2A4F-E19A-6103-F78E80A7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93869B-3560-6E83-3535-7645323A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84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E3F9B-CD09-E13F-E45B-BC4D2ACFE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E18402-8C1B-D1ED-A266-83BFBEC3B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40AB1C-EF99-F9A0-A770-37FC5967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435496-EA3B-A7C3-6808-D752F126C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09E44B-5957-E60C-CA04-460D7782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07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9A0E9-E0F9-F26F-28F7-630C3774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571298-7C3F-B91F-56DD-83FA64399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7DC1D7-2F86-8422-DEC9-F2B60CC3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0A4150-2D1A-39CF-1176-EC67E4FA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B2E90E-964F-C551-3E07-7ED6ED72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2732DE-E289-ABB3-E0FF-376192DE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206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76564-1E84-C171-A84A-19971504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FD96D9-FF04-57AE-D463-DEA061485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C9217F-EAF6-80C8-A1CE-6EB6EF269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E96EB2-1D82-2563-E3A4-A75347D31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68265D-B5CA-AC3F-7B3A-A42E17FFB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6349DC-A168-8773-A9A7-724B62CF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0221F6-93C0-19C0-A1F9-33867691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77D925-A0EB-CBB9-0D0D-68BC09B6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25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76D2F-7794-3638-30CF-FAC024A0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854570-B93C-7A1D-F53F-72347EB3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7649F1-BDBB-A37D-4497-737CD9E2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106304-D579-4AC8-EBCE-0BBF1A575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2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AF1828-C744-CDE0-2F63-484EC148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FCB3FF5-F19B-AFC8-469A-8FEF4787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46BC8D-5F0F-3605-355D-96A6267C5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07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D903C-CEBA-E553-4CFE-0AD51872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605B53-955D-BB77-1332-5A48AE63F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DC291F-8014-E1C5-8278-1355EE08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DA790D-5EE2-D326-8612-C2F9EDEF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CF5F8D-A2F1-D12F-FDA0-404687B3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7831B5-2115-DD0E-13DB-93809C45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90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954D9-C0B5-9300-D8BC-86D755EC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A824B-0C47-CF7B-D773-C93B781BF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25C9A8-1C84-E7A3-9669-EAF8ECBAB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1262-4B49-FA8A-6E15-B9616E6A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ADBB08-1AB1-B988-3883-42AFAFE90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3D36F7-C67E-4550-8902-53ADE412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7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D3245-B54F-FF9B-3893-11706539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5A1537-970E-FEF1-1BDC-64D475B9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F7637C-1981-CEBD-AC66-2DC411EB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B6F787-3012-DCC7-250A-709F62E4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026344-6DAD-BA73-B66A-EB198729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10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521C40-3E26-E24C-9D3A-80826B2B7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69B153-DCCC-6601-9BFB-0078C9A55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B01737-B9AE-61CC-822F-0ED04461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525BCF-7599-F2C1-0423-0E65763D1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FC776D-6BDE-E2A5-7CB1-D2EB7D5B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66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67C1D14-6FEA-A15C-47B1-B0D7F194F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0CE7B8-F4BF-5423-C479-1515A1056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3ED0C3-1EEB-AE14-8EC1-2C5173DA8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1096B-A2AB-4944-B648-B80808B461C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3D6247-AE91-7FE5-2C0F-CAF4D6F98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6DB6C8-3249-46A1-90E2-27FB3D207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45EC5-9766-4B33-B8E5-6A5F79B3A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69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9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CEFF648-3CAB-635E-4E53-5433E72D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00" y="-26504"/>
            <a:ext cx="12296776" cy="6944810"/>
          </a:xfrm>
          <a:prstGeom prst="rect">
            <a:avLst/>
          </a:prstGeom>
        </p:spPr>
      </p:pic>
      <p:pic>
        <p:nvPicPr>
          <p:cNvPr id="5" name="Imagem 4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49C66DA1-D3CA-1947-207A-ABB210A71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447" y="1350408"/>
            <a:ext cx="10850553" cy="550759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4A1B325-2BEE-7AEF-BC16-D4AF2FA53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4863" y="3429000"/>
            <a:ext cx="7811199" cy="2078592"/>
          </a:xfrm>
        </p:spPr>
        <p:txBody>
          <a:bodyPr>
            <a:normAutofit/>
          </a:bodyPr>
          <a:lstStyle/>
          <a:p>
            <a:pPr algn="r"/>
            <a:r>
              <a:rPr lang="pt-BR" sz="6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TÍTULO DA</a:t>
            </a:r>
            <a:br>
              <a:rPr lang="pt-BR" sz="6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r>
              <a:rPr lang="pt-BR" sz="6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APRESENTAÇÃO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3A1F0F8-DB96-E5CF-8EBF-D1F44FC7E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1457" y="5650049"/>
            <a:ext cx="6884606" cy="519104"/>
          </a:xfrm>
        </p:spPr>
        <p:txBody>
          <a:bodyPr>
            <a:normAutofit lnSpcReduction="10000"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Subtítulo da apresentação</a:t>
            </a:r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2E7B7E46-CBEA-6827-BFDB-08133423C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42" y="433353"/>
            <a:ext cx="4502569" cy="157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87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570B4-7FA5-BE02-FD3C-63B4154B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22075A-F245-5A20-3476-86ED45F1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00" y="-26504"/>
            <a:ext cx="12296776" cy="6944810"/>
          </a:xfrm>
          <a:prstGeom prst="rect">
            <a:avLst/>
          </a:prstGeom>
        </p:spPr>
      </p:pic>
      <p:pic>
        <p:nvPicPr>
          <p:cNvPr id="5" name="Imagem 4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863829C5-7BD4-D9FA-D06A-DB5F0CDAE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3873" y="1336072"/>
            <a:ext cx="10590471" cy="537557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8525D89-A08C-5927-BDDC-FA2A51456D0C}"/>
              </a:ext>
            </a:extLst>
          </p:cNvPr>
          <p:cNvSpPr txBox="1"/>
          <p:nvPr/>
        </p:nvSpPr>
        <p:spPr>
          <a:xfrm>
            <a:off x="2156246" y="353282"/>
            <a:ext cx="7646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EQUIPE DE DESENVOLVIMENTO</a:t>
            </a:r>
          </a:p>
        </p:txBody>
      </p:sp>
      <p:pic>
        <p:nvPicPr>
          <p:cNvPr id="26" name="Imagem 25" descr="Homem com camiseta preta&#10;&#10;O conteúdo gerado por IA pode estar incorreto.">
            <a:extLst>
              <a:ext uri="{FF2B5EF4-FFF2-40B4-BE49-F238E27FC236}">
                <a16:creationId xmlns:a16="http://schemas.microsoft.com/office/drawing/2014/main" id="{1337C123-CC5F-354E-B2AC-5AFDEF332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4" r="10794" b="39989"/>
          <a:stretch/>
        </p:blipFill>
        <p:spPr>
          <a:xfrm>
            <a:off x="334028" y="2481857"/>
            <a:ext cx="2068643" cy="2068643"/>
          </a:xfrm>
          <a:custGeom>
            <a:avLst/>
            <a:gdLst>
              <a:gd name="connsiteX0" fmla="*/ 1551482 w 3102964"/>
              <a:gd name="connsiteY0" fmla="*/ 0 h 3102964"/>
              <a:gd name="connsiteX1" fmla="*/ 3102964 w 3102964"/>
              <a:gd name="connsiteY1" fmla="*/ 1551482 h 3102964"/>
              <a:gd name="connsiteX2" fmla="*/ 1551482 w 3102964"/>
              <a:gd name="connsiteY2" fmla="*/ 3102964 h 3102964"/>
              <a:gd name="connsiteX3" fmla="*/ 0 w 3102964"/>
              <a:gd name="connsiteY3" fmla="*/ 1551482 h 3102964"/>
              <a:gd name="connsiteX4" fmla="*/ 1551482 w 3102964"/>
              <a:gd name="connsiteY4" fmla="*/ 0 h 310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2964" h="3102964">
                <a:moveTo>
                  <a:pt x="1551482" y="0"/>
                </a:moveTo>
                <a:cubicBezTo>
                  <a:pt x="2408342" y="0"/>
                  <a:pt x="3102964" y="694622"/>
                  <a:pt x="3102964" y="1551482"/>
                </a:cubicBezTo>
                <a:cubicBezTo>
                  <a:pt x="3102964" y="2408342"/>
                  <a:pt x="2408342" y="3102964"/>
                  <a:pt x="1551482" y="3102964"/>
                </a:cubicBezTo>
                <a:cubicBezTo>
                  <a:pt x="694622" y="3102964"/>
                  <a:pt x="0" y="2408342"/>
                  <a:pt x="0" y="1551482"/>
                </a:cubicBezTo>
                <a:cubicBezTo>
                  <a:pt x="0" y="694622"/>
                  <a:pt x="694622" y="0"/>
                  <a:pt x="1551482" y="0"/>
                </a:cubicBezTo>
                <a:close/>
              </a:path>
            </a:pathLst>
          </a:cu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44BBE038-2951-ACF3-6313-626BDB1A5433}"/>
              </a:ext>
            </a:extLst>
          </p:cNvPr>
          <p:cNvSpPr txBox="1"/>
          <p:nvPr/>
        </p:nvSpPr>
        <p:spPr>
          <a:xfrm>
            <a:off x="334028" y="4549515"/>
            <a:ext cx="2068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Paulo Tássio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8D30FEDD-544F-AFB3-78EF-E6ACA931A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" t="3197" r="22791" b="27319"/>
          <a:stretch>
            <a:fillRect/>
          </a:stretch>
        </p:blipFill>
        <p:spPr bwMode="auto">
          <a:xfrm>
            <a:off x="2699328" y="2503652"/>
            <a:ext cx="2068643" cy="2068643"/>
          </a:xfrm>
          <a:custGeom>
            <a:avLst/>
            <a:gdLst>
              <a:gd name="connsiteX0" fmla="*/ 1755036 w 3510072"/>
              <a:gd name="connsiteY0" fmla="*/ 0 h 3510072"/>
              <a:gd name="connsiteX1" fmla="*/ 3510072 w 3510072"/>
              <a:gd name="connsiteY1" fmla="*/ 1755036 h 3510072"/>
              <a:gd name="connsiteX2" fmla="*/ 1755036 w 3510072"/>
              <a:gd name="connsiteY2" fmla="*/ 3510072 h 3510072"/>
              <a:gd name="connsiteX3" fmla="*/ 0 w 3510072"/>
              <a:gd name="connsiteY3" fmla="*/ 1755036 h 3510072"/>
              <a:gd name="connsiteX4" fmla="*/ 1755036 w 3510072"/>
              <a:gd name="connsiteY4" fmla="*/ 0 h 3510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072" h="3510072">
                <a:moveTo>
                  <a:pt x="1755036" y="0"/>
                </a:moveTo>
                <a:cubicBezTo>
                  <a:pt x="2724316" y="0"/>
                  <a:pt x="3510072" y="785756"/>
                  <a:pt x="3510072" y="1755036"/>
                </a:cubicBezTo>
                <a:cubicBezTo>
                  <a:pt x="3510072" y="2724316"/>
                  <a:pt x="2724316" y="3510072"/>
                  <a:pt x="1755036" y="3510072"/>
                </a:cubicBezTo>
                <a:cubicBezTo>
                  <a:pt x="785756" y="3510072"/>
                  <a:pt x="0" y="2724316"/>
                  <a:pt x="0" y="1755036"/>
                </a:cubicBezTo>
                <a:cubicBezTo>
                  <a:pt x="0" y="785756"/>
                  <a:pt x="785756" y="0"/>
                  <a:pt x="175503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99A670C-FCF2-A99F-F071-12829D31E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7377" r="5859" b="15785"/>
          <a:stretch>
            <a:fillRect/>
          </a:stretch>
        </p:blipFill>
        <p:spPr bwMode="auto">
          <a:xfrm>
            <a:off x="5068872" y="2503652"/>
            <a:ext cx="2068643" cy="2068643"/>
          </a:xfrm>
          <a:custGeom>
            <a:avLst/>
            <a:gdLst>
              <a:gd name="connsiteX0" fmla="*/ 1714760 w 3429520"/>
              <a:gd name="connsiteY0" fmla="*/ 0 h 3429520"/>
              <a:gd name="connsiteX1" fmla="*/ 3429520 w 3429520"/>
              <a:gd name="connsiteY1" fmla="*/ 1714760 h 3429520"/>
              <a:gd name="connsiteX2" fmla="*/ 1714760 w 3429520"/>
              <a:gd name="connsiteY2" fmla="*/ 3429520 h 3429520"/>
              <a:gd name="connsiteX3" fmla="*/ 0 w 3429520"/>
              <a:gd name="connsiteY3" fmla="*/ 1714760 h 3429520"/>
              <a:gd name="connsiteX4" fmla="*/ 1714760 w 3429520"/>
              <a:gd name="connsiteY4" fmla="*/ 0 h 342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520" h="3429520">
                <a:moveTo>
                  <a:pt x="1714760" y="0"/>
                </a:moveTo>
                <a:cubicBezTo>
                  <a:pt x="2661796" y="0"/>
                  <a:pt x="3429520" y="767724"/>
                  <a:pt x="3429520" y="1714760"/>
                </a:cubicBezTo>
                <a:cubicBezTo>
                  <a:pt x="3429520" y="2661796"/>
                  <a:pt x="2661796" y="3429520"/>
                  <a:pt x="1714760" y="3429520"/>
                </a:cubicBezTo>
                <a:cubicBezTo>
                  <a:pt x="767724" y="3429520"/>
                  <a:pt x="0" y="2661796"/>
                  <a:pt x="0" y="1714760"/>
                </a:cubicBezTo>
                <a:cubicBezTo>
                  <a:pt x="0" y="767724"/>
                  <a:pt x="767724" y="0"/>
                  <a:pt x="171476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C1E51043-CF32-537D-0455-B3F129926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8" t="12415" r="5666"/>
          <a:stretch>
            <a:fillRect/>
          </a:stretch>
        </p:blipFill>
        <p:spPr bwMode="auto">
          <a:xfrm>
            <a:off x="7438416" y="2550118"/>
            <a:ext cx="2022178" cy="2022177"/>
          </a:xfrm>
          <a:custGeom>
            <a:avLst/>
            <a:gdLst>
              <a:gd name="connsiteX0" fmla="*/ 884299 w 1768598"/>
              <a:gd name="connsiteY0" fmla="*/ 0 h 1768597"/>
              <a:gd name="connsiteX1" fmla="*/ 1768598 w 1768598"/>
              <a:gd name="connsiteY1" fmla="*/ 884299 h 1768597"/>
              <a:gd name="connsiteX2" fmla="*/ 974713 w 1768598"/>
              <a:gd name="connsiteY2" fmla="*/ 1764032 h 1768597"/>
              <a:gd name="connsiteX3" fmla="*/ 884319 w 1768598"/>
              <a:gd name="connsiteY3" fmla="*/ 1768597 h 1768597"/>
              <a:gd name="connsiteX4" fmla="*/ 884279 w 1768598"/>
              <a:gd name="connsiteY4" fmla="*/ 1768597 h 1768597"/>
              <a:gd name="connsiteX5" fmla="*/ 793885 w 1768598"/>
              <a:gd name="connsiteY5" fmla="*/ 1764032 h 1768597"/>
              <a:gd name="connsiteX6" fmla="*/ 0 w 1768598"/>
              <a:gd name="connsiteY6" fmla="*/ 884299 h 1768597"/>
              <a:gd name="connsiteX7" fmla="*/ 884299 w 1768598"/>
              <a:gd name="connsiteY7" fmla="*/ 0 h 176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8598" h="1768597">
                <a:moveTo>
                  <a:pt x="884299" y="0"/>
                </a:moveTo>
                <a:cubicBezTo>
                  <a:pt x="1372684" y="0"/>
                  <a:pt x="1768598" y="395914"/>
                  <a:pt x="1768598" y="884299"/>
                </a:cubicBezTo>
                <a:cubicBezTo>
                  <a:pt x="1768598" y="1342160"/>
                  <a:pt x="1420627" y="1718748"/>
                  <a:pt x="974713" y="1764032"/>
                </a:cubicBezTo>
                <a:lnTo>
                  <a:pt x="884319" y="1768597"/>
                </a:lnTo>
                <a:lnTo>
                  <a:pt x="884279" y="1768597"/>
                </a:lnTo>
                <a:lnTo>
                  <a:pt x="793885" y="1764032"/>
                </a:lnTo>
                <a:cubicBezTo>
                  <a:pt x="347971" y="1718748"/>
                  <a:pt x="0" y="1342160"/>
                  <a:pt x="0" y="884299"/>
                </a:cubicBezTo>
                <a:cubicBezTo>
                  <a:pt x="0" y="395914"/>
                  <a:pt x="395914" y="0"/>
                  <a:pt x="88429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F748574F-50C1-85A3-845E-CCFB973BD17B}"/>
              </a:ext>
            </a:extLst>
          </p:cNvPr>
          <p:cNvSpPr txBox="1"/>
          <p:nvPr/>
        </p:nvSpPr>
        <p:spPr>
          <a:xfrm>
            <a:off x="2239729" y="4549515"/>
            <a:ext cx="294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000000"/>
                </a:solidFill>
              </a:rPr>
              <a:t>Pablo Felipe</a:t>
            </a:r>
            <a:endParaRPr lang="pt-BR" sz="1800" b="0" i="0" u="none" strike="noStrike" baseline="0" dirty="0">
              <a:solidFill>
                <a:srgbClr val="000000"/>
              </a:solidFill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1C3AD74-96F7-3472-6FAD-61D3A859D720}"/>
              </a:ext>
            </a:extLst>
          </p:cNvPr>
          <p:cNvSpPr txBox="1"/>
          <p:nvPr/>
        </p:nvSpPr>
        <p:spPr>
          <a:xfrm>
            <a:off x="5075625" y="4572295"/>
            <a:ext cx="206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000000"/>
                </a:solidFill>
              </a:rPr>
              <a:t>Phelipe Luiz</a:t>
            </a:r>
            <a:endParaRPr lang="pt-BR" sz="1800" b="0" i="0" u="none" strike="noStrike" baseline="0" dirty="0">
              <a:solidFill>
                <a:srgbClr val="000000"/>
              </a:solidFill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19FFC2D-B11D-BBC0-A694-BC44FF522CFB}"/>
              </a:ext>
            </a:extLst>
          </p:cNvPr>
          <p:cNvSpPr txBox="1"/>
          <p:nvPr/>
        </p:nvSpPr>
        <p:spPr>
          <a:xfrm>
            <a:off x="7137515" y="4549515"/>
            <a:ext cx="272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Frederico Guilherme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829378CA-055C-1862-5296-24BE8CFCC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7" t="11926" r="9954" b="28098"/>
          <a:stretch>
            <a:fillRect/>
          </a:stretch>
        </p:blipFill>
        <p:spPr bwMode="auto">
          <a:xfrm>
            <a:off x="9761495" y="2515495"/>
            <a:ext cx="2068643" cy="2068643"/>
          </a:xfrm>
          <a:custGeom>
            <a:avLst/>
            <a:gdLst>
              <a:gd name="connsiteX0" fmla="*/ 2056563 w 4113126"/>
              <a:gd name="connsiteY0" fmla="*/ 0 h 4113126"/>
              <a:gd name="connsiteX1" fmla="*/ 4113126 w 4113126"/>
              <a:gd name="connsiteY1" fmla="*/ 2056563 h 4113126"/>
              <a:gd name="connsiteX2" fmla="*/ 2056563 w 4113126"/>
              <a:gd name="connsiteY2" fmla="*/ 4113126 h 4113126"/>
              <a:gd name="connsiteX3" fmla="*/ 0 w 4113126"/>
              <a:gd name="connsiteY3" fmla="*/ 2056563 h 4113126"/>
              <a:gd name="connsiteX4" fmla="*/ 2056563 w 4113126"/>
              <a:gd name="connsiteY4" fmla="*/ 0 h 4113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3126" h="4113126">
                <a:moveTo>
                  <a:pt x="2056563" y="0"/>
                </a:moveTo>
                <a:cubicBezTo>
                  <a:pt x="3192371" y="0"/>
                  <a:pt x="4113126" y="920755"/>
                  <a:pt x="4113126" y="2056563"/>
                </a:cubicBezTo>
                <a:cubicBezTo>
                  <a:pt x="4113126" y="3192371"/>
                  <a:pt x="3192371" y="4113126"/>
                  <a:pt x="2056563" y="4113126"/>
                </a:cubicBezTo>
                <a:cubicBezTo>
                  <a:pt x="920755" y="4113126"/>
                  <a:pt x="0" y="3192371"/>
                  <a:pt x="0" y="2056563"/>
                </a:cubicBezTo>
                <a:cubicBezTo>
                  <a:pt x="0" y="920755"/>
                  <a:pt x="920755" y="0"/>
                  <a:pt x="20565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01A3B4C8-68B3-3C78-BCAC-7AABC237832E}"/>
              </a:ext>
            </a:extLst>
          </p:cNvPr>
          <p:cNvSpPr txBox="1"/>
          <p:nvPr/>
        </p:nvSpPr>
        <p:spPr>
          <a:xfrm>
            <a:off x="9405182" y="4584138"/>
            <a:ext cx="272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000000"/>
                </a:solidFill>
              </a:rPr>
              <a:t>Alexandre Freitas</a:t>
            </a:r>
            <a:endParaRPr lang="pt-BR" sz="1800" b="0" i="0" u="none" strike="noStrike" baseline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56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E3A817DE-EA57-DA6D-B28B-908F6B364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30" y="1578966"/>
            <a:ext cx="10400270" cy="527903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E94E7E7-2508-5C72-DBDC-4C351C310F89}"/>
              </a:ext>
            </a:extLst>
          </p:cNvPr>
          <p:cNvSpPr txBox="1"/>
          <p:nvPr/>
        </p:nvSpPr>
        <p:spPr>
          <a:xfrm>
            <a:off x="1195250" y="382405"/>
            <a:ext cx="9801499" cy="4442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pt-BR" sz="4000" b="1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Apresentação</a:t>
            </a:r>
          </a:p>
          <a:p>
            <a:pPr>
              <a:lnSpc>
                <a:spcPts val="4000"/>
              </a:lnSpc>
            </a:pPr>
            <a:endParaRPr lang="pt-BR" sz="4000" b="1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just"/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Lorem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ipsum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dolor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sit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Proin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non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nisl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dolor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Mauris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nisl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quis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lacus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mattis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iaculis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accumsan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id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euismod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dui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nec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auctor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turpis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Vestibulum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nec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gravida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augue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et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tincidunt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eros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Ut id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feugiat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nulla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Donec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tempus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ultricies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tellus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eget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viverra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vehicula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lacus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Vivamus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dictum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nunc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sit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viverra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fringilla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  <a:p>
            <a:endParaRPr lang="pt-BR" dirty="0">
              <a:solidFill>
                <a:schemeClr val="bg2">
                  <a:lumMod val="2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Mauris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nunc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tellus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dapibus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efficitur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molestie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ac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diam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erat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volutpat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Maecenas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sollicitudin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orci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venenatis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elementum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commodo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volutpat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erat, in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vulputate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tortor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erat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Morbi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id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orci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metus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finibus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imperdiet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eu et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purus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facilisis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lectus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ut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mattis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lectus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ut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volutpat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vitae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posuere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dolor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Proin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imperdiet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massa ut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nibh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laoreet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congue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FDB29A0-21DA-0B50-F9A0-BD96198EF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425" y="-69964"/>
            <a:ext cx="1157470" cy="69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23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82B4E942-8752-19FF-211D-A4C6ABE1D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912836"/>
            <a:ext cx="7772400" cy="394516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06D3B15-52D9-2BE3-6E4F-F8A706FEC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5" r="32235"/>
          <a:stretch/>
        </p:blipFill>
        <p:spPr>
          <a:xfrm flipH="1">
            <a:off x="0" y="-1"/>
            <a:ext cx="3655032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1B887D4-7C9B-1FA0-38AF-F4608D96A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097" y="-136615"/>
            <a:ext cx="849503" cy="713122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F8B4711-BA91-8681-4FC2-A3B9C0F03A6D}"/>
              </a:ext>
            </a:extLst>
          </p:cNvPr>
          <p:cNvSpPr txBox="1"/>
          <p:nvPr/>
        </p:nvSpPr>
        <p:spPr>
          <a:xfrm>
            <a:off x="4655976" y="382405"/>
            <a:ext cx="6904653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pt-BR" sz="4000" b="1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Problema</a:t>
            </a:r>
          </a:p>
          <a:p>
            <a:pPr algn="just"/>
            <a:endParaRPr lang="pt-BR" dirty="0">
              <a:solidFill>
                <a:schemeClr val="bg2">
                  <a:lumMod val="2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Mauris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nunc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tellus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dapibus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efficitur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molestie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ac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diam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erat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volutpat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Maecenas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sollicitudin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orci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venenatis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elementum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commodo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volutpat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erat, in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vulputate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tortor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erat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nisi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Morbi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id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orci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metus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finibus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imperdiet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eu et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purus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a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facilisis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lectus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ut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mattis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lectus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ut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volutpat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quam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vitae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posuere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dolor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Proin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imperdiet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massa ut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nibh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laoreet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congue</a:t>
            </a:r>
            <a:r>
              <a:rPr lang="pt-BR" dirty="0">
                <a:solidFill>
                  <a:schemeClr val="bg2">
                    <a:lumMod val="2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8344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4F53862-2116-F8DD-F573-2E07532E0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1372" y="-92598"/>
            <a:ext cx="7058703" cy="7063742"/>
          </a:xfrm>
          <a:prstGeom prst="rect">
            <a:avLst/>
          </a:prstGeom>
        </p:spPr>
      </p:pic>
      <p:pic>
        <p:nvPicPr>
          <p:cNvPr id="5" name="Imagem 4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62CD2F8D-3475-F4C9-53B0-0D6776B64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04872" y="2939482"/>
            <a:ext cx="7772400" cy="394516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4332D86-9E33-64F2-F3B6-8763A70424A0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8" r="23618"/>
          <a:stretch/>
        </p:blipFill>
        <p:spPr>
          <a:xfrm>
            <a:off x="7805349" y="1832514"/>
            <a:ext cx="3696823" cy="36968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C18AC99-71F7-B8B9-CAD7-48BD3A190C0F}"/>
              </a:ext>
            </a:extLst>
          </p:cNvPr>
          <p:cNvSpPr txBox="1"/>
          <p:nvPr/>
        </p:nvSpPr>
        <p:spPr>
          <a:xfrm>
            <a:off x="689828" y="1407948"/>
            <a:ext cx="55922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Desenvolvimento</a:t>
            </a:r>
          </a:p>
          <a:p>
            <a:endParaRPr lang="pt-BR" sz="3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just"/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orem ipsum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dolor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Vivamus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varius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enim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lacus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vestibulum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ut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hendrerit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ex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placerat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Phasellus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nulla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tellus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blandit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in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felis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malesuada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tempor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justo. Ut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sodales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est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ex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id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mattis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ligula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ultrices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nec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aliquet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in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euismod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varius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216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A9EA417-F903-0EA7-7030-6BA018A221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023FBF-0148-95F0-2837-C2B0CE2F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015" y="0"/>
            <a:ext cx="12192000" cy="6858000"/>
          </a:xfrm>
          <a:prstGeom prst="rect">
            <a:avLst/>
          </a:prstGeom>
        </p:spPr>
      </p:pic>
      <p:pic>
        <p:nvPicPr>
          <p:cNvPr id="6" name="Imagem 5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E0854745-788F-EEAB-BB54-694253DF2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549" y="3604223"/>
            <a:ext cx="5408207" cy="27451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AF6087A-FF59-1AA5-1617-F409DE579630}"/>
              </a:ext>
            </a:extLst>
          </p:cNvPr>
          <p:cNvSpPr txBox="1"/>
          <p:nvPr/>
        </p:nvSpPr>
        <p:spPr>
          <a:xfrm>
            <a:off x="6669297" y="635901"/>
            <a:ext cx="473472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pt-BR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Expectativa do Projeto Final</a:t>
            </a:r>
          </a:p>
          <a:p>
            <a:pPr algn="just">
              <a:lnSpc>
                <a:spcPts val="4000"/>
              </a:lnSpc>
            </a:pPr>
            <a:endParaRPr lang="pt-BR" sz="3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orem ipsum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dolor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endParaRPr lang="pt-BR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endParaRPr lang="pt-BR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Vivamus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varius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enim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lacus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vestibulum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ut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hendrerit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ex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placerat</a:t>
            </a:r>
            <a:endParaRPr lang="pt-BR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Phasellus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nulla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tellus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blandit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in felis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malesuada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tempor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justo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Ut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sodales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est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ex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, id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mattis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ligula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ultrices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nec</a:t>
            </a:r>
            <a:endParaRPr lang="pt-BR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Sed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aliquet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velit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in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euismod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pt-BR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varius</a:t>
            </a:r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  <p:pic>
        <p:nvPicPr>
          <p:cNvPr id="8" name="Imagem 7" descr="Homem sentado no sofá&#10;&#10;O conteúdo gerado por IA pode estar incorreto.">
            <a:extLst>
              <a:ext uri="{FF2B5EF4-FFF2-40B4-BE49-F238E27FC236}">
                <a16:creationId xmlns:a16="http://schemas.microsoft.com/office/drawing/2014/main" id="{3C17D05B-C747-18DF-066D-5DBEB8F42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44" y="559196"/>
            <a:ext cx="5974809" cy="579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1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570B4-7FA5-BE02-FD3C-63B4154B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22075A-F245-5A20-3476-86ED45F1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00" y="-26504"/>
            <a:ext cx="12296776" cy="6944810"/>
          </a:xfrm>
          <a:prstGeom prst="rect">
            <a:avLst/>
          </a:prstGeom>
        </p:spPr>
      </p:pic>
      <p:pic>
        <p:nvPicPr>
          <p:cNvPr id="5" name="Imagem 4" descr="Foto preta e branca de jogo de vídeo game&#10;&#10;O conteúdo gerado por IA pode estar incorreto.">
            <a:extLst>
              <a:ext uri="{FF2B5EF4-FFF2-40B4-BE49-F238E27FC236}">
                <a16:creationId xmlns:a16="http://schemas.microsoft.com/office/drawing/2014/main" id="{863829C5-7BD4-D9FA-D06A-DB5F0CDAE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3873" y="1336072"/>
            <a:ext cx="10590471" cy="537557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8525D89-A08C-5927-BDDC-FA2A51456D0C}"/>
              </a:ext>
            </a:extLst>
          </p:cNvPr>
          <p:cNvSpPr txBox="1"/>
          <p:nvPr/>
        </p:nvSpPr>
        <p:spPr>
          <a:xfrm>
            <a:off x="4347765" y="801182"/>
            <a:ext cx="2746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OBRIGADO</a:t>
            </a:r>
          </a:p>
        </p:txBody>
      </p:sp>
      <p:pic>
        <p:nvPicPr>
          <p:cNvPr id="26" name="Imagem 25" descr="Homem com camiseta preta&#10;&#10;O conteúdo gerado por IA pode estar incorreto.">
            <a:extLst>
              <a:ext uri="{FF2B5EF4-FFF2-40B4-BE49-F238E27FC236}">
                <a16:creationId xmlns:a16="http://schemas.microsoft.com/office/drawing/2014/main" id="{1337C123-CC5F-354E-B2AC-5AFDEF332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4" r="10794" b="39989"/>
          <a:stretch/>
        </p:blipFill>
        <p:spPr>
          <a:xfrm>
            <a:off x="277903" y="1690688"/>
            <a:ext cx="2068643" cy="2068643"/>
          </a:xfrm>
          <a:custGeom>
            <a:avLst/>
            <a:gdLst>
              <a:gd name="connsiteX0" fmla="*/ 1551482 w 3102964"/>
              <a:gd name="connsiteY0" fmla="*/ 0 h 3102964"/>
              <a:gd name="connsiteX1" fmla="*/ 3102964 w 3102964"/>
              <a:gd name="connsiteY1" fmla="*/ 1551482 h 3102964"/>
              <a:gd name="connsiteX2" fmla="*/ 1551482 w 3102964"/>
              <a:gd name="connsiteY2" fmla="*/ 3102964 h 3102964"/>
              <a:gd name="connsiteX3" fmla="*/ 0 w 3102964"/>
              <a:gd name="connsiteY3" fmla="*/ 1551482 h 3102964"/>
              <a:gd name="connsiteX4" fmla="*/ 1551482 w 3102964"/>
              <a:gd name="connsiteY4" fmla="*/ 0 h 310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2964" h="3102964">
                <a:moveTo>
                  <a:pt x="1551482" y="0"/>
                </a:moveTo>
                <a:cubicBezTo>
                  <a:pt x="2408342" y="0"/>
                  <a:pt x="3102964" y="694622"/>
                  <a:pt x="3102964" y="1551482"/>
                </a:cubicBezTo>
                <a:cubicBezTo>
                  <a:pt x="3102964" y="2408342"/>
                  <a:pt x="2408342" y="3102964"/>
                  <a:pt x="1551482" y="3102964"/>
                </a:cubicBezTo>
                <a:cubicBezTo>
                  <a:pt x="694622" y="3102964"/>
                  <a:pt x="0" y="2408342"/>
                  <a:pt x="0" y="1551482"/>
                </a:cubicBezTo>
                <a:cubicBezTo>
                  <a:pt x="0" y="694622"/>
                  <a:pt x="694622" y="0"/>
                  <a:pt x="1551482" y="0"/>
                </a:cubicBezTo>
                <a:close/>
              </a:path>
            </a:pathLst>
          </a:cu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44BBE038-2951-ACF3-6313-626BDB1A5433}"/>
              </a:ext>
            </a:extLst>
          </p:cNvPr>
          <p:cNvSpPr txBox="1"/>
          <p:nvPr/>
        </p:nvSpPr>
        <p:spPr>
          <a:xfrm>
            <a:off x="277903" y="3758346"/>
            <a:ext cx="2068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Prof. Me. Paulo Tássio</a:t>
            </a:r>
          </a:p>
          <a:p>
            <a:pPr algn="ctr"/>
            <a:r>
              <a:rPr lang="pt-BR" b="1" dirty="0"/>
              <a:t>Coordenador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8D30FEDD-544F-AFB3-78EF-E6ACA931A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5" t="3197" r="22791" b="27319"/>
          <a:stretch>
            <a:fillRect/>
          </a:stretch>
        </p:blipFill>
        <p:spPr bwMode="auto">
          <a:xfrm>
            <a:off x="2643203" y="1712483"/>
            <a:ext cx="2068643" cy="2068643"/>
          </a:xfrm>
          <a:custGeom>
            <a:avLst/>
            <a:gdLst>
              <a:gd name="connsiteX0" fmla="*/ 1755036 w 3510072"/>
              <a:gd name="connsiteY0" fmla="*/ 0 h 3510072"/>
              <a:gd name="connsiteX1" fmla="*/ 3510072 w 3510072"/>
              <a:gd name="connsiteY1" fmla="*/ 1755036 h 3510072"/>
              <a:gd name="connsiteX2" fmla="*/ 1755036 w 3510072"/>
              <a:gd name="connsiteY2" fmla="*/ 3510072 h 3510072"/>
              <a:gd name="connsiteX3" fmla="*/ 0 w 3510072"/>
              <a:gd name="connsiteY3" fmla="*/ 1755036 h 3510072"/>
              <a:gd name="connsiteX4" fmla="*/ 1755036 w 3510072"/>
              <a:gd name="connsiteY4" fmla="*/ 0 h 3510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0072" h="3510072">
                <a:moveTo>
                  <a:pt x="1755036" y="0"/>
                </a:moveTo>
                <a:cubicBezTo>
                  <a:pt x="2724316" y="0"/>
                  <a:pt x="3510072" y="785756"/>
                  <a:pt x="3510072" y="1755036"/>
                </a:cubicBezTo>
                <a:cubicBezTo>
                  <a:pt x="3510072" y="2724316"/>
                  <a:pt x="2724316" y="3510072"/>
                  <a:pt x="1755036" y="3510072"/>
                </a:cubicBezTo>
                <a:cubicBezTo>
                  <a:pt x="785756" y="3510072"/>
                  <a:pt x="0" y="2724316"/>
                  <a:pt x="0" y="1755036"/>
                </a:cubicBezTo>
                <a:cubicBezTo>
                  <a:pt x="0" y="785756"/>
                  <a:pt x="785756" y="0"/>
                  <a:pt x="175503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399A670C-FCF2-A99F-F071-12829D31E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" t="7377" r="5859" b="15785"/>
          <a:stretch>
            <a:fillRect/>
          </a:stretch>
        </p:blipFill>
        <p:spPr bwMode="auto">
          <a:xfrm>
            <a:off x="5012747" y="1712483"/>
            <a:ext cx="2068643" cy="2068643"/>
          </a:xfrm>
          <a:custGeom>
            <a:avLst/>
            <a:gdLst>
              <a:gd name="connsiteX0" fmla="*/ 1714760 w 3429520"/>
              <a:gd name="connsiteY0" fmla="*/ 0 h 3429520"/>
              <a:gd name="connsiteX1" fmla="*/ 3429520 w 3429520"/>
              <a:gd name="connsiteY1" fmla="*/ 1714760 h 3429520"/>
              <a:gd name="connsiteX2" fmla="*/ 1714760 w 3429520"/>
              <a:gd name="connsiteY2" fmla="*/ 3429520 h 3429520"/>
              <a:gd name="connsiteX3" fmla="*/ 0 w 3429520"/>
              <a:gd name="connsiteY3" fmla="*/ 1714760 h 3429520"/>
              <a:gd name="connsiteX4" fmla="*/ 1714760 w 3429520"/>
              <a:gd name="connsiteY4" fmla="*/ 0 h 342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520" h="3429520">
                <a:moveTo>
                  <a:pt x="1714760" y="0"/>
                </a:moveTo>
                <a:cubicBezTo>
                  <a:pt x="2661796" y="0"/>
                  <a:pt x="3429520" y="767724"/>
                  <a:pt x="3429520" y="1714760"/>
                </a:cubicBezTo>
                <a:cubicBezTo>
                  <a:pt x="3429520" y="2661796"/>
                  <a:pt x="2661796" y="3429520"/>
                  <a:pt x="1714760" y="3429520"/>
                </a:cubicBezTo>
                <a:cubicBezTo>
                  <a:pt x="767724" y="3429520"/>
                  <a:pt x="0" y="2661796"/>
                  <a:pt x="0" y="1714760"/>
                </a:cubicBezTo>
                <a:cubicBezTo>
                  <a:pt x="0" y="767724"/>
                  <a:pt x="767724" y="0"/>
                  <a:pt x="171476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C1E51043-CF32-537D-0455-B3F129926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8" t="12415" r="5666"/>
          <a:stretch>
            <a:fillRect/>
          </a:stretch>
        </p:blipFill>
        <p:spPr bwMode="auto">
          <a:xfrm>
            <a:off x="7382291" y="1758949"/>
            <a:ext cx="2022178" cy="2022177"/>
          </a:xfrm>
          <a:custGeom>
            <a:avLst/>
            <a:gdLst>
              <a:gd name="connsiteX0" fmla="*/ 884299 w 1768598"/>
              <a:gd name="connsiteY0" fmla="*/ 0 h 1768597"/>
              <a:gd name="connsiteX1" fmla="*/ 1768598 w 1768598"/>
              <a:gd name="connsiteY1" fmla="*/ 884299 h 1768597"/>
              <a:gd name="connsiteX2" fmla="*/ 974713 w 1768598"/>
              <a:gd name="connsiteY2" fmla="*/ 1764032 h 1768597"/>
              <a:gd name="connsiteX3" fmla="*/ 884319 w 1768598"/>
              <a:gd name="connsiteY3" fmla="*/ 1768597 h 1768597"/>
              <a:gd name="connsiteX4" fmla="*/ 884279 w 1768598"/>
              <a:gd name="connsiteY4" fmla="*/ 1768597 h 1768597"/>
              <a:gd name="connsiteX5" fmla="*/ 793885 w 1768598"/>
              <a:gd name="connsiteY5" fmla="*/ 1764032 h 1768597"/>
              <a:gd name="connsiteX6" fmla="*/ 0 w 1768598"/>
              <a:gd name="connsiteY6" fmla="*/ 884299 h 1768597"/>
              <a:gd name="connsiteX7" fmla="*/ 884299 w 1768598"/>
              <a:gd name="connsiteY7" fmla="*/ 0 h 1768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8598" h="1768597">
                <a:moveTo>
                  <a:pt x="884299" y="0"/>
                </a:moveTo>
                <a:cubicBezTo>
                  <a:pt x="1372684" y="0"/>
                  <a:pt x="1768598" y="395914"/>
                  <a:pt x="1768598" y="884299"/>
                </a:cubicBezTo>
                <a:cubicBezTo>
                  <a:pt x="1768598" y="1342160"/>
                  <a:pt x="1420627" y="1718748"/>
                  <a:pt x="974713" y="1764032"/>
                </a:cubicBezTo>
                <a:lnTo>
                  <a:pt x="884319" y="1768597"/>
                </a:lnTo>
                <a:lnTo>
                  <a:pt x="884279" y="1768597"/>
                </a:lnTo>
                <a:lnTo>
                  <a:pt x="793885" y="1764032"/>
                </a:lnTo>
                <a:cubicBezTo>
                  <a:pt x="347971" y="1718748"/>
                  <a:pt x="0" y="1342160"/>
                  <a:pt x="0" y="884299"/>
                </a:cubicBezTo>
                <a:cubicBezTo>
                  <a:pt x="0" y="395914"/>
                  <a:pt x="395914" y="0"/>
                  <a:pt x="88429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F748574F-50C1-85A3-845E-CCFB973BD17B}"/>
              </a:ext>
            </a:extLst>
          </p:cNvPr>
          <p:cNvSpPr txBox="1"/>
          <p:nvPr/>
        </p:nvSpPr>
        <p:spPr>
          <a:xfrm>
            <a:off x="2183604" y="3758346"/>
            <a:ext cx="2945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Prof. Esp.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Pablo Felipe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1C3AD74-96F7-3472-6FAD-61D3A859D720}"/>
              </a:ext>
            </a:extLst>
          </p:cNvPr>
          <p:cNvSpPr txBox="1"/>
          <p:nvPr/>
        </p:nvSpPr>
        <p:spPr>
          <a:xfrm>
            <a:off x="5019500" y="3781126"/>
            <a:ext cx="2061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Prof. Me.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Phelipe Luiz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19FFC2D-B11D-BBC0-A694-BC44FF522CFB}"/>
              </a:ext>
            </a:extLst>
          </p:cNvPr>
          <p:cNvSpPr txBox="1"/>
          <p:nvPr/>
        </p:nvSpPr>
        <p:spPr>
          <a:xfrm>
            <a:off x="7081390" y="3758346"/>
            <a:ext cx="2721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Prof. Dr. Frederico Guilherme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829378CA-055C-1862-5296-24BE8CFCC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7" t="11926" r="9954" b="28098"/>
          <a:stretch>
            <a:fillRect/>
          </a:stretch>
        </p:blipFill>
        <p:spPr bwMode="auto">
          <a:xfrm>
            <a:off x="9705370" y="1724326"/>
            <a:ext cx="2068643" cy="2068643"/>
          </a:xfrm>
          <a:custGeom>
            <a:avLst/>
            <a:gdLst>
              <a:gd name="connsiteX0" fmla="*/ 2056563 w 4113126"/>
              <a:gd name="connsiteY0" fmla="*/ 0 h 4113126"/>
              <a:gd name="connsiteX1" fmla="*/ 4113126 w 4113126"/>
              <a:gd name="connsiteY1" fmla="*/ 2056563 h 4113126"/>
              <a:gd name="connsiteX2" fmla="*/ 2056563 w 4113126"/>
              <a:gd name="connsiteY2" fmla="*/ 4113126 h 4113126"/>
              <a:gd name="connsiteX3" fmla="*/ 0 w 4113126"/>
              <a:gd name="connsiteY3" fmla="*/ 2056563 h 4113126"/>
              <a:gd name="connsiteX4" fmla="*/ 2056563 w 4113126"/>
              <a:gd name="connsiteY4" fmla="*/ 0 h 4113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3126" h="4113126">
                <a:moveTo>
                  <a:pt x="2056563" y="0"/>
                </a:moveTo>
                <a:cubicBezTo>
                  <a:pt x="3192371" y="0"/>
                  <a:pt x="4113126" y="920755"/>
                  <a:pt x="4113126" y="2056563"/>
                </a:cubicBezTo>
                <a:cubicBezTo>
                  <a:pt x="4113126" y="3192371"/>
                  <a:pt x="3192371" y="4113126"/>
                  <a:pt x="2056563" y="4113126"/>
                </a:cubicBezTo>
                <a:cubicBezTo>
                  <a:pt x="920755" y="4113126"/>
                  <a:pt x="0" y="3192371"/>
                  <a:pt x="0" y="2056563"/>
                </a:cubicBezTo>
                <a:cubicBezTo>
                  <a:pt x="0" y="920755"/>
                  <a:pt x="920755" y="0"/>
                  <a:pt x="20565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01A3B4C8-68B3-3C78-BCAC-7AABC237832E}"/>
              </a:ext>
            </a:extLst>
          </p:cNvPr>
          <p:cNvSpPr txBox="1"/>
          <p:nvPr/>
        </p:nvSpPr>
        <p:spPr>
          <a:xfrm>
            <a:off x="9349057" y="3792969"/>
            <a:ext cx="27215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Prof. Dr.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Alexandre Freitas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pPr algn="ctr"/>
            <a:endParaRPr lang="pt-BR" b="1" dirty="0"/>
          </a:p>
        </p:txBody>
      </p:sp>
      <p:pic>
        <p:nvPicPr>
          <p:cNvPr id="36" name="Imagem 35" descr="Código QR&#10;&#10;Descrição gerada automaticamente">
            <a:extLst>
              <a:ext uri="{FF2B5EF4-FFF2-40B4-BE49-F238E27FC236}">
                <a16:creationId xmlns:a16="http://schemas.microsoft.com/office/drawing/2014/main" id="{73F9CF88-3885-D312-DB5A-38BA0F2BD2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80" y="4742563"/>
            <a:ext cx="1503288" cy="1503288"/>
          </a:xfrm>
          <a:prstGeom prst="rect">
            <a:avLst/>
          </a:prstGeom>
        </p:spPr>
      </p:pic>
      <p:pic>
        <p:nvPicPr>
          <p:cNvPr id="37" name="Imagem 36" descr="Código QR&#10;&#10;Descrição gerada automaticamente">
            <a:extLst>
              <a:ext uri="{FF2B5EF4-FFF2-40B4-BE49-F238E27FC236}">
                <a16:creationId xmlns:a16="http://schemas.microsoft.com/office/drawing/2014/main" id="{174AB81A-DE57-A39A-55A4-F04DC373B7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477" y="4738610"/>
            <a:ext cx="1503288" cy="1503288"/>
          </a:xfrm>
          <a:prstGeom prst="rect">
            <a:avLst/>
          </a:prstGeom>
        </p:spPr>
      </p:pic>
      <p:pic>
        <p:nvPicPr>
          <p:cNvPr id="38" name="Imagem 37" descr="Código QR&#10;&#10;Descrição gerada automaticamente">
            <a:extLst>
              <a:ext uri="{FF2B5EF4-FFF2-40B4-BE49-F238E27FC236}">
                <a16:creationId xmlns:a16="http://schemas.microsoft.com/office/drawing/2014/main" id="{0D808191-1587-EFE1-0D22-B5981A95AC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496" y="4716299"/>
            <a:ext cx="1503288" cy="1503288"/>
          </a:xfrm>
          <a:prstGeom prst="rect">
            <a:avLst/>
          </a:prstGeom>
        </p:spPr>
      </p:pic>
      <p:pic>
        <p:nvPicPr>
          <p:cNvPr id="39" name="Imagem 38" descr="Código QR&#10;&#10;Descrição gerada automaticamente">
            <a:extLst>
              <a:ext uri="{FF2B5EF4-FFF2-40B4-BE49-F238E27FC236}">
                <a16:creationId xmlns:a16="http://schemas.microsoft.com/office/drawing/2014/main" id="{A6506403-5EA6-F96C-D41B-C967865C26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356" y="4779884"/>
            <a:ext cx="1503288" cy="1503288"/>
          </a:xfrm>
          <a:prstGeom prst="rect">
            <a:avLst/>
          </a:prstGeom>
        </p:spPr>
      </p:pic>
      <p:pic>
        <p:nvPicPr>
          <p:cNvPr id="40" name="Imagem 39" descr="Código QR&#10;&#10;Descrição gerada automaticamente">
            <a:extLst>
              <a:ext uri="{FF2B5EF4-FFF2-40B4-BE49-F238E27FC236}">
                <a16:creationId xmlns:a16="http://schemas.microsoft.com/office/drawing/2014/main" id="{F527049D-F85C-7448-15D4-2C23A28909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636" y="4704890"/>
            <a:ext cx="1503288" cy="15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683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Roboto Black</vt:lpstr>
      <vt:lpstr>Roboto Light</vt:lpstr>
      <vt:lpstr>Times New Roman</vt:lpstr>
      <vt:lpstr>Tema do Office</vt:lpstr>
      <vt:lpstr>TÍTULO DA APRESENTAÇÃO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Tássio Melo</dc:creator>
  <cp:lastModifiedBy>Paulo Tássio Melo</cp:lastModifiedBy>
  <cp:revision>1</cp:revision>
  <dcterms:created xsi:type="dcterms:W3CDTF">2026-04-29T01:22:47Z</dcterms:created>
  <dcterms:modified xsi:type="dcterms:W3CDTF">2026-04-29T01:23:43Z</dcterms:modified>
</cp:coreProperties>
</file>